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Risk Segmentation – Jan’25 Disbursals (M12 90+)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57432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685800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 images were analyzed using an LLM to extract structured information from the images. This image-derived data was combined with Bureau data (where available) to segment customers into risk bands – shown below.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53896"/>
            <a:ext cx="109728" cy="10972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3990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NTB – Bureau + Image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6550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built using Bureau variables combined with LLM-derived image variables.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6532" y="1453896"/>
            <a:ext cx="109728" cy="109728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57700" y="13990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– Image Only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56532" y="16550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performed using shop-image data only, extracted via LLM.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47304" y="139903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Portfolio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147304" y="1655064"/>
            <a:ext cx="3675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NTB + NTC segment view across the full disbursal cohort.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57400"/>
          <a:ext cx="3675888" cy="914400"/>
        </p:xfrm>
        <a:graphic>
          <a:graphicData uri="http://schemas.openxmlformats.org/drawingml/2006/table">
            <a:tbl>
              <a:tblPr/>
              <a:tblGrid>
                <a:gridCol w="1249802"/>
                <a:gridCol w="808695"/>
                <a:gridCol w="735178"/>
                <a:gridCol w="88221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6532" y="2057400"/>
          <a:ext cx="3675888" cy="914400"/>
        </p:xfrm>
        <a:graphic>
          <a:graphicData uri="http://schemas.openxmlformats.org/drawingml/2006/table">
            <a:tbl>
              <a:tblPr/>
              <a:tblGrid>
                <a:gridCol w="1249802"/>
                <a:gridCol w="808695"/>
                <a:gridCol w="735178"/>
                <a:gridCol w="88221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47304" y="2057400"/>
          <a:ext cx="3675888" cy="914400"/>
        </p:xfrm>
        <a:graphic>
          <a:graphicData uri="http://schemas.openxmlformats.org/drawingml/2006/table">
            <a:tbl>
              <a:tblPr/>
              <a:tblGrid>
                <a:gridCol w="1249802"/>
                <a:gridCol w="808695"/>
                <a:gridCol w="735178"/>
                <a:gridCol w="88221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8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365760" y="3776472"/>
            <a:ext cx="11457432" cy="502920"/>
          </a:xfrm>
          <a:prstGeom prst="roundRect">
            <a:avLst>
              <a:gd name="adj" fmla="val 14545"/>
            </a:avLst>
          </a:prstGeom>
          <a:solidFill>
            <a:srgbClr val="F4F6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94360" y="3776472"/>
            <a:ext cx="11000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20,554 customers   •   1,188 bads   •   6% overall bad rate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65760" y="4462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4892040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13232" y="48280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consistent risk rank ordering across both NTB and NTC populations.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5221224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13232" y="515721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 shows ~20% bad rate vs. ~2–4% for Low Risk – a strong separation for decisioning.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57200" y="5550408"/>
            <a:ext cx="82296" cy="82296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13232" y="5486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Image-derived (LLM-extracted) variables add meaningful predictive value, especially for NTC where bureau data is unavailable.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2026-09-02T07:15:53Z</dcterms:created>
  <dcterms:modified xsi:type="dcterms:W3CDTF">2026-09-02T07:15:53Z</dcterms:modified>
</cp:coreProperties>
</file>